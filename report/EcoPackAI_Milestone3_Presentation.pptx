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EcoPackAI - Milestone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Framework for Sustainable Packaging</a:t>
            </a:r>
          </a:p>
          <a:p>
            <a:r>
              <a:t>Prepared on 03 Mar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3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Deliver end-to-end integration of ML, backend API, and frontend dashboard.</a:t>
            </a:r>
          </a:p>
          <a:p>
            <a:pPr>
              <a:defRPr sz="1800"/>
            </a:pPr>
            <a:r>
              <a:t>Upgrade data realism using original base dataset and minimum 600 records.</a:t>
            </a:r>
          </a:p>
          <a:p>
            <a:pPr>
              <a:defRPr sz="1800"/>
            </a:pPr>
            <a:r>
              <a:t>Expose production-style recommendation endpoints with validation and error handling.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pipeline: base dataset -&gt; realistic generation -&gt; feature engineering -&gt; model training.</a:t>
            </a:r>
          </a:p>
          <a:p>
            <a:pPr>
              <a:defRPr sz="1800"/>
            </a:pPr>
            <a:r>
              <a:t>Backend Flask API: health check, metadata, dataset recommendation, custom recommendation.</a:t>
            </a:r>
          </a:p>
          <a:p>
            <a:pPr>
              <a:defRPr sz="1800"/>
            </a:pPr>
            <a:r>
              <a:t>Frontend dashboard: backend status, ranked recommendations, custom input scoring.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Implemented backend/app.py with robust model and dataset path fallback.</a:t>
            </a:r>
          </a:p>
          <a:p>
            <a:pPr>
              <a:defRPr sz="1800"/>
            </a:pPr>
            <a:r>
              <a:t>Added endpoints: GET /health, GET /metadata/material-types, GET/POST /recommend.</a:t>
            </a:r>
          </a:p>
          <a:p>
            <a:pPr>
              <a:defRPr sz="1800"/>
            </a:pPr>
            <a:r>
              <a:t>Enabled validation for payload fields, numeric parsing, and unknown material-type rejection.</a:t>
            </a:r>
          </a:p>
          <a:p>
            <a:pPr>
              <a:defRPr sz="1800"/>
            </a:pPr>
            <a:r>
              <a:t>Added CORS headers for browser-based frontend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Replaced raw JSON output with polished cards, KPI blocks, and ranked materials table.</a:t>
            </a:r>
          </a:p>
          <a:p>
            <a:pPr>
              <a:defRPr sz="1800"/>
            </a:pPr>
            <a:r>
              <a:t>Integrated direct API calls for health, dataset recommendation, and custom recommendation.</a:t>
            </a:r>
          </a:p>
          <a:p>
            <a:pPr>
              <a:defRPr sz="1800"/>
            </a:pPr>
            <a:r>
              <a:t>Added dynamic material-type loading from backend metadata endpoint.</a:t>
            </a:r>
          </a:p>
          <a:p>
            <a:pPr>
              <a:defRPr sz="1800"/>
            </a:pPr>
            <a:r>
              <a:t>Responsive layout optimized for demo and stakeholder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Realism and Production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Regenerated dataset from original 25-row base source to 720 realistic rows.</a:t>
            </a:r>
          </a:p>
          <a:p>
            <a:pPr>
              <a:defRPr sz="1800"/>
            </a:pPr>
            <a:r>
              <a:t>Applied domain-aware constraints across strength, cost, CO2, recyclability, and biodegradability.</a:t>
            </a:r>
          </a:p>
          <a:p>
            <a:pPr>
              <a:defRPr sz="1800"/>
            </a:pPr>
            <a:r>
              <a:t>Added data quality gate script with checks for row count, nulls, range, duplicates, and correlation.</a:t>
            </a:r>
          </a:p>
          <a:p>
            <a:pPr>
              <a:defRPr sz="1800"/>
            </a:pPr>
            <a:r>
              <a:t>Retrained models and refreshed scaler/artifacts using improved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(Milestone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Evaluation on refreshed 720-row realistic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Cost Model RMSE: 0.759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01168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Cost Model MAE: 0.541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Cost Model R2: 0.988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74320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CO2 Model RMSE: 0.150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CO2 Model MAE: 0.110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47472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CO2 Model R2: 0.997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Corr(cost, strength): 0.734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20624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Corr(co2, recyclability): -0.726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3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Integrated recommendation workflow is running from UI to trained model predictions.</a:t>
            </a:r>
          </a:p>
          <a:p>
            <a:pPr>
              <a:defRPr sz="1800"/>
            </a:pPr>
            <a:r>
              <a:t>Dataset quality and realism are significantly improved for demo and pre-production testing.</a:t>
            </a:r>
          </a:p>
          <a:p>
            <a:pPr>
              <a:defRPr sz="1800"/>
            </a:pPr>
            <a:r>
              <a:t>Codebase now supports reproducible retraining and quality checks before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Screenshot 1</a:t>
            </a:r>
          </a:p>
        </p:txBody>
      </p:sp>
      <p:pic>
        <p:nvPicPr>
          <p:cNvPr id="3" name="Picture 2" descr="Screenshot 2026-02-11 1818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683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Milestone 3 implementation snapshot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Screenshot 2</a:t>
            </a:r>
          </a:p>
        </p:txBody>
      </p:sp>
      <p:pic>
        <p:nvPicPr>
          <p:cNvPr id="3" name="Picture 2" descr="Screenshot 2026-02-11 1818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683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Milestone 3 implementation snapshot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Screenshot 3</a:t>
            </a:r>
          </a:p>
        </p:txBody>
      </p:sp>
      <p:pic>
        <p:nvPicPr>
          <p:cNvPr id="3" name="Picture 2" descr="Screenshot 2026-02-11 182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683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Milestone 3 implementation snapshot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(Post Milestone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Replace synthetic generation with supplier ERP/LCA data ingestion pipeline.</a:t>
            </a:r>
          </a:p>
          <a:p>
            <a:pPr>
              <a:defRPr sz="1800"/>
            </a:pPr>
            <a:r>
              <a:t>Add automated test suite and CI checks for data quality, API contracts, and model drift.</a:t>
            </a:r>
          </a:p>
          <a:p>
            <a:pPr>
              <a:defRPr sz="1800"/>
            </a:pPr>
            <a:r>
              <a:t>Containerize backend and dashboard for production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